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"/>
  </p:notesMasterIdLst>
  <p:sldIdLst>
    <p:sldId id="26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21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70DC5-DBFB-4471-AB97-E0843A56BD8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5986-0209-45F2-A63D-5F0B70A12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5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25986-0209-45F2-A63D-5F0B70A12C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76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7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6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12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2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2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4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86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85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92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9DF5-B2B8-4B2C-824F-33BFE2D1DF5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B6-A101-4CC4-B412-0548ACC910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9F3ED9-28D7-EFC9-8C47-89529600836C}"/>
              </a:ext>
            </a:extLst>
          </p:cNvPr>
          <p:cNvSpPr/>
          <p:nvPr userDrawn="1"/>
        </p:nvSpPr>
        <p:spPr>
          <a:xfrm>
            <a:off x="313151" y="286012"/>
            <a:ext cx="6237961" cy="942278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1"/>
          </a:p>
        </p:txBody>
      </p:sp>
      <p:pic>
        <p:nvPicPr>
          <p:cNvPr id="1026" name="Picture 2" descr="Bosch Logo, symbol, meaning, history, PNG, brand">
            <a:extLst>
              <a:ext uri="{FF2B5EF4-FFF2-40B4-BE49-F238E27FC236}">
                <a16:creationId xmlns:a16="http://schemas.microsoft.com/office/drawing/2014/main" id="{C3C9670B-A3FC-2C69-CF42-8814C7D1B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68" y="248671"/>
            <a:ext cx="1316497" cy="745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C1BBB6-3CF0-952A-0BBD-0F36C0BB7834}"/>
              </a:ext>
            </a:extLst>
          </p:cNvPr>
          <p:cNvCxnSpPr>
            <a:cxnSpLocks/>
          </p:cNvCxnSpPr>
          <p:nvPr userDrawn="1"/>
        </p:nvCxnSpPr>
        <p:spPr>
          <a:xfrm>
            <a:off x="300625" y="938418"/>
            <a:ext cx="6244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F7D5233-ABCC-04D5-A6BB-8F7C393CF3BC}"/>
              </a:ext>
            </a:extLst>
          </p:cNvPr>
          <p:cNvSpPr/>
          <p:nvPr userDrawn="1"/>
        </p:nvSpPr>
        <p:spPr>
          <a:xfrm>
            <a:off x="1757681" y="286012"/>
            <a:ext cx="3210560" cy="65654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1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367FF45-A6E7-9132-6D11-6AE2A45F3B2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20367308"/>
              </p:ext>
            </p:extLst>
          </p:nvPr>
        </p:nvGraphicFramePr>
        <p:xfrm>
          <a:off x="300625" y="8964096"/>
          <a:ext cx="6231700" cy="767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6340">
                  <a:extLst>
                    <a:ext uri="{9D8B030D-6E8A-4147-A177-3AD203B41FA5}">
                      <a16:colId xmlns:a16="http://schemas.microsoft.com/office/drawing/2014/main" val="216000419"/>
                    </a:ext>
                  </a:extLst>
                </a:gridCol>
                <a:gridCol w="1504985">
                  <a:extLst>
                    <a:ext uri="{9D8B030D-6E8A-4147-A177-3AD203B41FA5}">
                      <a16:colId xmlns:a16="http://schemas.microsoft.com/office/drawing/2014/main" val="2661810222"/>
                    </a:ext>
                  </a:extLst>
                </a:gridCol>
                <a:gridCol w="1297628">
                  <a:extLst>
                    <a:ext uri="{9D8B030D-6E8A-4147-A177-3AD203B41FA5}">
                      <a16:colId xmlns:a16="http://schemas.microsoft.com/office/drawing/2014/main" val="397385278"/>
                    </a:ext>
                  </a:extLst>
                </a:gridCol>
                <a:gridCol w="936407">
                  <a:extLst>
                    <a:ext uri="{9D8B030D-6E8A-4147-A177-3AD203B41FA5}">
                      <a16:colId xmlns:a16="http://schemas.microsoft.com/office/drawing/2014/main" val="423761604"/>
                    </a:ext>
                  </a:extLst>
                </a:gridCol>
                <a:gridCol w="1246340">
                  <a:extLst>
                    <a:ext uri="{9D8B030D-6E8A-4147-A177-3AD203B41FA5}">
                      <a16:colId xmlns:a16="http://schemas.microsoft.com/office/drawing/2014/main" val="2107389627"/>
                    </a:ext>
                  </a:extLst>
                </a:gridCol>
              </a:tblGrid>
              <a:tr h="416855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Author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Authorized by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Issue No.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Page No.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282916"/>
                  </a:ext>
                </a:extLst>
              </a:tr>
              <a:tr h="239691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JaP/LOM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JaP/LOM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623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44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BBCC9-661E-47D4-8932-594C77DF651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AF4CA-22E8-49DA-B7CF-9662A9306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1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9CACE9A8-087F-102D-CACF-5C93C277D27D}"/>
              </a:ext>
            </a:extLst>
          </p:cNvPr>
          <p:cNvSpPr txBox="1"/>
          <p:nvPr/>
        </p:nvSpPr>
        <p:spPr>
          <a:xfrm>
            <a:off x="375781" y="1077238"/>
            <a:ext cx="6087649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Open Microsoft Excel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the Start menu (Windows).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Microsoft Excel.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Blank Workbook.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Enter Data for the Table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worksheet, type the headings in the first row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A1: Name, Cell B1: Age, Cell C1: Class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related data in the rows below the headings.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Select the Data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and drag your mouse to select all the data, including headings.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Convert Data into a Table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the Insert tab on the ribbon.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Table.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dialog box appears—make sure “My table has headers” is checked.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OK.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Rename the Table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anywhere inside the table.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Design (or Table Tools Design) tab will appear.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Table Name box (top-left of the ribbon), delete the existing name (e.g., Table1).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the new table name and press Enter.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Rename the Excel File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File in the top-left corner.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Save As.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location where you want to save the file (Desktop, etc.).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File name box, type the new name for your Excel file.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Save the File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Save button.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Excel file is now saved with the new name.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860F39-5D67-869F-4171-7F15972EB2FF}"/>
              </a:ext>
            </a:extLst>
          </p:cNvPr>
          <p:cNvSpPr txBox="1"/>
          <p:nvPr/>
        </p:nvSpPr>
        <p:spPr>
          <a:xfrm>
            <a:off x="1878903" y="413358"/>
            <a:ext cx="308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make a Table in Excel</a:t>
            </a:r>
          </a:p>
        </p:txBody>
      </p:sp>
    </p:spTree>
    <p:extLst>
      <p:ext uri="{BB962C8B-B14F-4D97-AF65-F5344CB8AC3E}">
        <p14:creationId xmlns:p14="http://schemas.microsoft.com/office/powerpoint/2010/main" val="1059835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</TotalTime>
  <Words>264</Words>
  <Application>Microsoft Office PowerPoint</Application>
  <PresentationFormat>A4 Paper (210x297 mm)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Kumar Pulkit (JaP/LOM)</dc:creator>
  <cp:lastModifiedBy>FIXED-TERM Kumar Pulkit (JaP/LOM)</cp:lastModifiedBy>
  <cp:revision>1</cp:revision>
  <dcterms:created xsi:type="dcterms:W3CDTF">2026-02-04T05:01:35Z</dcterms:created>
  <dcterms:modified xsi:type="dcterms:W3CDTF">2026-02-04T09:10:03Z</dcterms:modified>
</cp:coreProperties>
</file>